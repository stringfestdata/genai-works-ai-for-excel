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xmlns="" Id="rId17" Type="http://schemas.openxmlformats.org/officeDocument/2006/relationships/font" Target="fonts/rId1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4413" y="-180975"/>
            <a:ext cx="10437082" cy="54029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38275" y="4071938"/>
            <a:ext cx="2262188" cy="754297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1438275" y="4071938"/>
            <a:ext cx="1862138" cy="457200"/>
          </a:xfrm>
          <a:prstGeom prst="roundRect">
            <a:avLst>
              <a:gd name="adj" fmla="val 11747"/>
            </a:avLst>
          </a:prstGeom>
          <a:solidFill>
            <a:srgbClr val="101110"/>
          </a:solidFill>
          <a:ln/>
        </p:spPr>
      </p:sp>
      <p:sp>
        <p:nvSpPr>
          <p:cNvPr id="5" name="Text 2"/>
          <p:cNvSpPr/>
          <p:nvPr/>
        </p:nvSpPr>
        <p:spPr>
          <a:xfrm>
            <a:off x="1552575" y="4186238"/>
            <a:ext cx="16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710" b="1" spc="-8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Name</a:t>
            </a:r>
            <a:endParaRPr lang="en-US" sz="1710" dirty="0"/>
          </a:p>
        </p:txBody>
      </p:sp>
      <p:sp>
        <p:nvSpPr>
          <p:cNvPr id="6" name="Shape 3"/>
          <p:cNvSpPr/>
          <p:nvPr/>
        </p:nvSpPr>
        <p:spPr>
          <a:xfrm>
            <a:off x="1438275" y="4545247"/>
            <a:ext cx="2262188" cy="280988"/>
          </a:xfrm>
          <a:prstGeom prst="roundRect">
            <a:avLst>
              <a:gd name="adj" fmla="val 19114"/>
            </a:avLst>
          </a:prstGeom>
          <a:solidFill>
            <a:srgbClr val="B1E882"/>
          </a:solidFill>
          <a:ln/>
        </p:spPr>
      </p:sp>
      <p:sp>
        <p:nvSpPr>
          <p:cNvPr id="7" name="Text 4"/>
          <p:cNvSpPr/>
          <p:nvPr/>
        </p:nvSpPr>
        <p:spPr>
          <a:xfrm>
            <a:off x="1514475" y="4583347"/>
            <a:ext cx="210978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5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Role or Company.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295275" y="1652588"/>
            <a:ext cx="27670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17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Name Goes Here</a:t>
            </a:r>
            <a:endParaRPr lang="en-US" sz="3420" dirty="0"/>
          </a:p>
        </p:txBody>
      </p:sp>
      <p:sp>
        <p:nvSpPr>
          <p:cNvPr id="9" name="Text 6"/>
          <p:cNvSpPr/>
          <p:nvPr/>
        </p:nvSpPr>
        <p:spPr>
          <a:xfrm>
            <a:off x="295275" y="2724150"/>
            <a:ext cx="279558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5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Description or Chapter Name</a:t>
            </a:r>
            <a:endParaRPr lang="en-US" sz="1283" dirty="0"/>
          </a:p>
        </p:txBody>
      </p:sp>
      <p:sp>
        <p:nvSpPr>
          <p:cNvPr id="10" name="Shape 7"/>
          <p:cNvSpPr/>
          <p:nvPr/>
        </p:nvSpPr>
        <p:spPr>
          <a:xfrm>
            <a:off x="295275" y="295275"/>
            <a:ext cx="2544720" cy="352425"/>
          </a:xfrm>
          <a:prstGeom prst="rect">
            <a:avLst/>
          </a:prstGeom>
          <a:noFill/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5275" y="295275"/>
            <a:ext cx="352425" cy="352425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2000" y="395288"/>
            <a:ext cx="2079559" cy="253831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547938" y="2214563"/>
            <a:ext cx="304800" cy="30480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95275" y="3714750"/>
            <a:ext cx="1109663" cy="11096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275" y="295275"/>
            <a:ext cx="1595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171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47863" y="371475"/>
            <a:ext cx="314325" cy="3143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5275" y="13096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5" name="Text 2"/>
          <p:cNvSpPr/>
          <p:nvPr/>
        </p:nvSpPr>
        <p:spPr>
          <a:xfrm>
            <a:off x="4176712" y="13096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295275" y="1981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176712" y="1981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295275" y="265271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4176712" y="265271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10" name="Text 7"/>
          <p:cNvSpPr/>
          <p:nvPr/>
        </p:nvSpPr>
        <p:spPr>
          <a:xfrm>
            <a:off x="295275" y="33242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176712" y="33242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295275" y="399573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>
            <a:off x="4176712" y="399573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14" name="Text 11"/>
          <p:cNvSpPr/>
          <p:nvPr/>
        </p:nvSpPr>
        <p:spPr>
          <a:xfrm>
            <a:off x="552450" y="1595438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433888" y="1595438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16" name="Text 13"/>
          <p:cNvSpPr/>
          <p:nvPr/>
        </p:nvSpPr>
        <p:spPr>
          <a:xfrm>
            <a:off x="552450" y="2266950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17" name="Text 14"/>
          <p:cNvSpPr/>
          <p:nvPr/>
        </p:nvSpPr>
        <p:spPr>
          <a:xfrm>
            <a:off x="4433888" y="2266950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552450" y="2938463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19" name="Text 16"/>
          <p:cNvSpPr/>
          <p:nvPr/>
        </p:nvSpPr>
        <p:spPr>
          <a:xfrm>
            <a:off x="4433888" y="2938463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20" name="Text 17"/>
          <p:cNvSpPr/>
          <p:nvPr/>
        </p:nvSpPr>
        <p:spPr>
          <a:xfrm>
            <a:off x="552450" y="3609975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21" name="Text 18"/>
          <p:cNvSpPr/>
          <p:nvPr/>
        </p:nvSpPr>
        <p:spPr>
          <a:xfrm>
            <a:off x="4433888" y="3609975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22" name="Text 19"/>
          <p:cNvSpPr/>
          <p:nvPr/>
        </p:nvSpPr>
        <p:spPr>
          <a:xfrm>
            <a:off x="552450" y="4281488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23" name="Text 20"/>
          <p:cNvSpPr/>
          <p:nvPr/>
        </p:nvSpPr>
        <p:spPr>
          <a:xfrm>
            <a:off x="4433888" y="4281488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275" y="295275"/>
            <a:ext cx="2295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171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Recap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257175" y="25241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257175" y="319563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257175" y="386715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514350" y="2809875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7" name="Text 5"/>
          <p:cNvSpPr/>
          <p:nvPr/>
        </p:nvSpPr>
        <p:spPr>
          <a:xfrm>
            <a:off x="514350" y="3481388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sp>
        <p:nvSpPr>
          <p:cNvPr id="8" name="Text 6"/>
          <p:cNvSpPr/>
          <p:nvPr/>
        </p:nvSpPr>
        <p:spPr>
          <a:xfrm>
            <a:off x="514350" y="4152900"/>
            <a:ext cx="938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Description...</a:t>
            </a:r>
            <a:endParaRPr lang="en-US" sz="85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24150" y="371475"/>
            <a:ext cx="471488" cy="3143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5275" y="952500"/>
            <a:ext cx="35575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-43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 Eget diam curabitur mi ac. Auctor rutrum lacus malesuada massa ornare et.</a:t>
            </a:r>
            <a:endParaRPr lang="en-US" sz="1069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4375" y="0"/>
            <a:ext cx="461962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725" y="2166938"/>
            <a:ext cx="3529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17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/ Q&amp;A Time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466725" y="2776538"/>
            <a:ext cx="2100263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5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Text Goes Here.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7650" y="2252663"/>
            <a:ext cx="304800" cy="3048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90952" y="1100138"/>
            <a:ext cx="3552825" cy="29479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552825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8588" y="371475"/>
            <a:ext cx="4276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17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next session...</a:t>
            </a:r>
            <a:endParaRPr lang="en-US" sz="3420" dirty="0"/>
          </a:p>
        </p:txBody>
      </p:sp>
      <p:sp>
        <p:nvSpPr>
          <p:cNvPr id="4" name="Text 1"/>
          <p:cNvSpPr/>
          <p:nvPr/>
        </p:nvSpPr>
        <p:spPr>
          <a:xfrm>
            <a:off x="3938588" y="981075"/>
            <a:ext cx="4271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 Eget diam curabitur mi ac. Auctor rutrum lacus malesuada massa ornare et.</a:t>
            </a:r>
            <a:endParaRPr lang="en-US" sz="85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15325" y="447675"/>
            <a:ext cx="304800" cy="304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938588" y="2109788"/>
            <a:ext cx="4595813" cy="78105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Text 3"/>
          <p:cNvSpPr/>
          <p:nvPr/>
        </p:nvSpPr>
        <p:spPr>
          <a:xfrm>
            <a:off x="4033837" y="2205038"/>
            <a:ext cx="1042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5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1</a:t>
            </a:r>
            <a:endParaRPr lang="en-US" sz="1283" dirty="0"/>
          </a:p>
        </p:txBody>
      </p:sp>
      <p:sp>
        <p:nvSpPr>
          <p:cNvPr id="8" name="Text 4"/>
          <p:cNvSpPr/>
          <p:nvPr/>
        </p:nvSpPr>
        <p:spPr>
          <a:xfrm>
            <a:off x="4033837" y="2490788"/>
            <a:ext cx="4405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39393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 </a:t>
            </a:r>
            <a:endParaRPr lang="en-US" sz="855" dirty="0"/>
          </a:p>
        </p:txBody>
      </p:sp>
      <p:sp>
        <p:nvSpPr>
          <p:cNvPr id="9" name="Shape 5"/>
          <p:cNvSpPr/>
          <p:nvPr/>
        </p:nvSpPr>
        <p:spPr>
          <a:xfrm>
            <a:off x="3938588" y="3005138"/>
            <a:ext cx="4595813" cy="78105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Text 6"/>
          <p:cNvSpPr/>
          <p:nvPr/>
        </p:nvSpPr>
        <p:spPr>
          <a:xfrm>
            <a:off x="4033837" y="3100388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5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2</a:t>
            </a:r>
            <a:endParaRPr lang="en-US" sz="1283" dirty="0"/>
          </a:p>
        </p:txBody>
      </p:sp>
      <p:sp>
        <p:nvSpPr>
          <p:cNvPr id="11" name="Text 7"/>
          <p:cNvSpPr/>
          <p:nvPr/>
        </p:nvSpPr>
        <p:spPr>
          <a:xfrm>
            <a:off x="4033837" y="3386138"/>
            <a:ext cx="4405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39393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 </a:t>
            </a:r>
            <a:endParaRPr lang="en-US" sz="855" dirty="0"/>
          </a:p>
        </p:txBody>
      </p:sp>
      <p:sp>
        <p:nvSpPr>
          <p:cNvPr id="12" name="Shape 8"/>
          <p:cNvSpPr/>
          <p:nvPr/>
        </p:nvSpPr>
        <p:spPr>
          <a:xfrm>
            <a:off x="3938588" y="3900488"/>
            <a:ext cx="4595813" cy="78105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3" name="Text 9"/>
          <p:cNvSpPr/>
          <p:nvPr/>
        </p:nvSpPr>
        <p:spPr>
          <a:xfrm>
            <a:off x="4033837" y="3995738"/>
            <a:ext cx="107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5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3</a:t>
            </a:r>
            <a:endParaRPr lang="en-US" sz="1283" dirty="0"/>
          </a:p>
        </p:txBody>
      </p:sp>
      <p:sp>
        <p:nvSpPr>
          <p:cNvPr id="14" name="Text 10"/>
          <p:cNvSpPr/>
          <p:nvPr/>
        </p:nvSpPr>
        <p:spPr>
          <a:xfrm>
            <a:off x="4033837" y="4281488"/>
            <a:ext cx="4405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39393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 </a:t>
            </a:r>
            <a:endParaRPr lang="en-US" sz="85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1463" y="1919288"/>
            <a:ext cx="4271963" cy="2895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1463" y="238125"/>
            <a:ext cx="39195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17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 / Vote Question</a:t>
            </a:r>
            <a:endParaRPr lang="en-US" sz="3420" dirty="0"/>
          </a:p>
        </p:txBody>
      </p:sp>
      <p:sp>
        <p:nvSpPr>
          <p:cNvPr id="4" name="Text 1"/>
          <p:cNvSpPr/>
          <p:nvPr/>
        </p:nvSpPr>
        <p:spPr>
          <a:xfrm>
            <a:off x="271463" y="1033462"/>
            <a:ext cx="4271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 Eget diam curabitur mi ac. Auctor rutrum lacus malesuada massa ornare et.</a:t>
            </a:r>
            <a:endParaRPr lang="en-US" sz="85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91025" y="314325"/>
            <a:ext cx="304800" cy="304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91175" y="0"/>
            <a:ext cx="355282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05513" y="1023938"/>
            <a:ext cx="2376488" cy="2833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5275" y="295275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171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Takeaway(s)</a:t>
            </a:r>
            <a:endParaRPr lang="en-US" sz="342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71900" y="371475"/>
            <a:ext cx="471488" cy="3143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95275" y="952500"/>
            <a:ext cx="35575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-43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 Eget diam curabitur mi ac. Auctor rutrum lacus malesuada massa ornare et.</a:t>
            </a:r>
            <a:endParaRPr lang="en-US" sz="1069" dirty="0"/>
          </a:p>
        </p:txBody>
      </p:sp>
      <p:sp>
        <p:nvSpPr>
          <p:cNvPr id="6" name="Shape 2"/>
          <p:cNvSpPr/>
          <p:nvPr/>
        </p:nvSpPr>
        <p:spPr>
          <a:xfrm>
            <a:off x="295275" y="2171700"/>
            <a:ext cx="4595813" cy="781050"/>
          </a:xfrm>
          <a:prstGeom prst="rect">
            <a:avLst/>
          </a:prstGeom>
          <a:solidFill>
            <a:srgbClr val="393939"/>
          </a:solidFill>
          <a:ln/>
        </p:spPr>
      </p:sp>
      <p:sp>
        <p:nvSpPr>
          <p:cNvPr id="7" name="Text 3"/>
          <p:cNvSpPr/>
          <p:nvPr/>
        </p:nvSpPr>
        <p:spPr>
          <a:xfrm>
            <a:off x="390525" y="2266950"/>
            <a:ext cx="1042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1</a:t>
            </a:r>
            <a:endParaRPr lang="en-US" sz="1283" dirty="0"/>
          </a:p>
        </p:txBody>
      </p:sp>
      <p:sp>
        <p:nvSpPr>
          <p:cNvPr id="8" name="Text 4"/>
          <p:cNvSpPr/>
          <p:nvPr/>
        </p:nvSpPr>
        <p:spPr>
          <a:xfrm>
            <a:off x="390525" y="2552700"/>
            <a:ext cx="4405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 </a:t>
            </a:r>
            <a:endParaRPr lang="en-US" sz="855" dirty="0"/>
          </a:p>
        </p:txBody>
      </p:sp>
      <p:sp>
        <p:nvSpPr>
          <p:cNvPr id="9" name="Shape 5"/>
          <p:cNvSpPr/>
          <p:nvPr/>
        </p:nvSpPr>
        <p:spPr>
          <a:xfrm>
            <a:off x="295275" y="3067050"/>
            <a:ext cx="4595813" cy="781050"/>
          </a:xfrm>
          <a:prstGeom prst="rect">
            <a:avLst/>
          </a:prstGeom>
          <a:solidFill>
            <a:srgbClr val="393939"/>
          </a:solidFill>
          <a:ln/>
        </p:spPr>
      </p:sp>
      <p:sp>
        <p:nvSpPr>
          <p:cNvPr id="10" name="Text 6"/>
          <p:cNvSpPr/>
          <p:nvPr/>
        </p:nvSpPr>
        <p:spPr>
          <a:xfrm>
            <a:off x="390525" y="31623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2</a:t>
            </a:r>
            <a:endParaRPr lang="en-US" sz="1283" dirty="0"/>
          </a:p>
        </p:txBody>
      </p:sp>
      <p:sp>
        <p:nvSpPr>
          <p:cNvPr id="11" name="Text 7"/>
          <p:cNvSpPr/>
          <p:nvPr/>
        </p:nvSpPr>
        <p:spPr>
          <a:xfrm>
            <a:off x="390525" y="3448050"/>
            <a:ext cx="4405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 </a:t>
            </a:r>
            <a:endParaRPr lang="en-US" sz="855" dirty="0"/>
          </a:p>
        </p:txBody>
      </p:sp>
      <p:sp>
        <p:nvSpPr>
          <p:cNvPr id="12" name="Shape 8"/>
          <p:cNvSpPr/>
          <p:nvPr/>
        </p:nvSpPr>
        <p:spPr>
          <a:xfrm>
            <a:off x="295275" y="3962400"/>
            <a:ext cx="4595813" cy="781050"/>
          </a:xfrm>
          <a:prstGeom prst="rect">
            <a:avLst/>
          </a:prstGeom>
          <a:solidFill>
            <a:srgbClr val="393939"/>
          </a:solidFill>
          <a:ln/>
        </p:spPr>
      </p:sp>
      <p:sp>
        <p:nvSpPr>
          <p:cNvPr id="13" name="Text 9"/>
          <p:cNvSpPr/>
          <p:nvPr/>
        </p:nvSpPr>
        <p:spPr>
          <a:xfrm>
            <a:off x="390525" y="4057650"/>
            <a:ext cx="107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3</a:t>
            </a:r>
            <a:endParaRPr lang="en-US" sz="1283" dirty="0"/>
          </a:p>
        </p:txBody>
      </p:sp>
      <p:sp>
        <p:nvSpPr>
          <p:cNvPr id="14" name="Text 10"/>
          <p:cNvSpPr/>
          <p:nvPr/>
        </p:nvSpPr>
        <p:spPr>
          <a:xfrm>
            <a:off x="390525" y="4343400"/>
            <a:ext cx="4405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 </a:t>
            </a:r>
            <a:endParaRPr lang="en-US" sz="85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313" y="4000500"/>
            <a:ext cx="3910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17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/ Coding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214313" y="4610100"/>
            <a:ext cx="2100263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5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Text Goes Here.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62438" y="4086225"/>
            <a:ext cx="457200" cy="3048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9144000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275" y="295275"/>
            <a:ext cx="5557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171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&amp; Chart Placeholders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15050" y="371475"/>
            <a:ext cx="471488" cy="3143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5275" y="904875"/>
            <a:ext cx="4895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-43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Sagittis et eu at elementum, quis in. Proin praesent volutpat egestas sociis sit lorem nunc nunc sit.</a:t>
            </a:r>
            <a:endParaRPr lang="en-US" sz="1069" dirty="0"/>
          </a:p>
        </p:txBody>
      </p:sp>
      <p:sp>
        <p:nvSpPr>
          <p:cNvPr id="5" name="Shape 2"/>
          <p:cNvSpPr/>
          <p:nvPr/>
        </p:nvSpPr>
        <p:spPr>
          <a:xfrm>
            <a:off x="914400" y="2619375"/>
            <a:ext cx="619125" cy="2171700"/>
          </a:xfrm>
          <a:prstGeom prst="rect">
            <a:avLst/>
          </a:prstGeom>
          <a:solidFill>
            <a:srgbClr val="B1E882"/>
          </a:solidFill>
          <a:ln/>
        </p:spPr>
      </p:sp>
      <p:sp>
        <p:nvSpPr>
          <p:cNvPr id="6" name="Shape 3"/>
          <p:cNvSpPr/>
          <p:nvPr/>
        </p:nvSpPr>
        <p:spPr>
          <a:xfrm>
            <a:off x="295275" y="3200400"/>
            <a:ext cx="619125" cy="1590675"/>
          </a:xfrm>
          <a:prstGeom prst="rect">
            <a:avLst/>
          </a:prstGeom>
          <a:solidFill>
            <a:srgbClr val="326B00"/>
          </a:solidFill>
          <a:ln/>
        </p:spPr>
      </p:sp>
      <p:sp>
        <p:nvSpPr>
          <p:cNvPr id="7" name="Text 4"/>
          <p:cNvSpPr/>
          <p:nvPr/>
        </p:nvSpPr>
        <p:spPr>
          <a:xfrm>
            <a:off x="371475" y="3295650"/>
            <a:ext cx="461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710" b="1" spc="-85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26%</a:t>
            </a:r>
            <a:endParaRPr lang="en-US" sz="1710" dirty="0"/>
          </a:p>
        </p:txBody>
      </p:sp>
      <p:sp>
        <p:nvSpPr>
          <p:cNvPr id="8" name="Text 5"/>
          <p:cNvSpPr/>
          <p:nvPr/>
        </p:nvSpPr>
        <p:spPr>
          <a:xfrm>
            <a:off x="995363" y="2709863"/>
            <a:ext cx="461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710" b="1" spc="-85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32%</a:t>
            </a:r>
            <a:endParaRPr lang="en-US" sz="1710" dirty="0"/>
          </a:p>
        </p:txBody>
      </p:sp>
      <p:sp>
        <p:nvSpPr>
          <p:cNvPr id="9" name="Shape 6"/>
          <p:cNvSpPr/>
          <p:nvPr/>
        </p:nvSpPr>
        <p:spPr>
          <a:xfrm>
            <a:off x="1771650" y="3429000"/>
            <a:ext cx="2233613" cy="1363772"/>
          </a:xfrm>
          <a:prstGeom prst="rect">
            <a:avLst/>
          </a:prstGeom>
          <a:noFill/>
          <a:ln/>
        </p:spPr>
      </p:sp>
      <p:sp>
        <p:nvSpPr>
          <p:cNvPr id="10" name="Shape 7"/>
          <p:cNvSpPr/>
          <p:nvPr/>
        </p:nvSpPr>
        <p:spPr>
          <a:xfrm>
            <a:off x="1771650" y="3429000"/>
            <a:ext cx="1648056" cy="262921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1771650" y="3429000"/>
            <a:ext cx="532648" cy="262921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2" name="Text 9"/>
          <p:cNvSpPr/>
          <p:nvPr/>
        </p:nvSpPr>
        <p:spPr>
          <a:xfrm>
            <a:off x="1928440" y="3469973"/>
            <a:ext cx="219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spc="-57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9%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2386245" y="3484260"/>
            <a:ext cx="10334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Developer</a:t>
            </a:r>
            <a:endParaRPr lang="en-US" sz="855" dirty="0"/>
          </a:p>
        </p:txBody>
      </p:sp>
      <p:sp>
        <p:nvSpPr>
          <p:cNvPr id="14" name="Shape 11"/>
          <p:cNvSpPr/>
          <p:nvPr/>
        </p:nvSpPr>
        <p:spPr>
          <a:xfrm>
            <a:off x="1771650" y="3704213"/>
            <a:ext cx="1047981" cy="262921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1771650" y="3704213"/>
            <a:ext cx="532648" cy="262921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6" name="Text 13"/>
          <p:cNvSpPr/>
          <p:nvPr/>
        </p:nvSpPr>
        <p:spPr>
          <a:xfrm>
            <a:off x="1928440" y="3745186"/>
            <a:ext cx="219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spc="-57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6%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2386245" y="3759473"/>
            <a:ext cx="4333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</a:t>
            </a:r>
            <a:endParaRPr lang="en-US" sz="855" dirty="0"/>
          </a:p>
        </p:txBody>
      </p:sp>
      <p:sp>
        <p:nvSpPr>
          <p:cNvPr id="18" name="Shape 15"/>
          <p:cNvSpPr/>
          <p:nvPr/>
        </p:nvSpPr>
        <p:spPr>
          <a:xfrm>
            <a:off x="1771650" y="3979426"/>
            <a:ext cx="1562331" cy="262921"/>
          </a:xfrm>
          <a:prstGeom prst="rect">
            <a:avLst/>
          </a:prstGeom>
          <a:noFill/>
          <a:ln/>
        </p:spPr>
      </p:sp>
      <p:sp>
        <p:nvSpPr>
          <p:cNvPr id="19" name="Shape 16"/>
          <p:cNvSpPr/>
          <p:nvPr/>
        </p:nvSpPr>
        <p:spPr>
          <a:xfrm>
            <a:off x="1771650" y="3979426"/>
            <a:ext cx="532648" cy="262921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0" name="Text 17"/>
          <p:cNvSpPr/>
          <p:nvPr/>
        </p:nvSpPr>
        <p:spPr>
          <a:xfrm>
            <a:off x="1928440" y="4020399"/>
            <a:ext cx="219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spc="-57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4%</a:t>
            </a:r>
            <a:endParaRPr lang="en-US" sz="1140" dirty="0"/>
          </a:p>
        </p:txBody>
      </p:sp>
      <p:sp>
        <p:nvSpPr>
          <p:cNvPr id="21" name="Text 18"/>
          <p:cNvSpPr/>
          <p:nvPr/>
        </p:nvSpPr>
        <p:spPr>
          <a:xfrm>
            <a:off x="2386245" y="4034686"/>
            <a:ext cx="9477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Director</a:t>
            </a:r>
            <a:endParaRPr lang="en-US" sz="855" dirty="0"/>
          </a:p>
        </p:txBody>
      </p:sp>
      <p:sp>
        <p:nvSpPr>
          <p:cNvPr id="22" name="Shape 19"/>
          <p:cNvSpPr/>
          <p:nvPr/>
        </p:nvSpPr>
        <p:spPr>
          <a:xfrm>
            <a:off x="1771650" y="4254638"/>
            <a:ext cx="1257531" cy="262921"/>
          </a:xfrm>
          <a:prstGeom prst="rect">
            <a:avLst/>
          </a:prstGeom>
          <a:noFill/>
          <a:ln/>
        </p:spPr>
      </p:sp>
      <p:sp>
        <p:nvSpPr>
          <p:cNvPr id="23" name="Shape 20"/>
          <p:cNvSpPr/>
          <p:nvPr/>
        </p:nvSpPr>
        <p:spPr>
          <a:xfrm>
            <a:off x="1771650" y="4254638"/>
            <a:ext cx="532648" cy="262921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4" name="Text 21"/>
          <p:cNvSpPr/>
          <p:nvPr/>
        </p:nvSpPr>
        <p:spPr>
          <a:xfrm>
            <a:off x="1928440" y="4295611"/>
            <a:ext cx="219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spc="-57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4%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2386245" y="4309899"/>
            <a:ext cx="6429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Salesperson</a:t>
            </a:r>
            <a:endParaRPr lang="en-US" sz="855" dirty="0"/>
          </a:p>
        </p:txBody>
      </p:sp>
      <p:sp>
        <p:nvSpPr>
          <p:cNvPr id="26" name="Shape 23"/>
          <p:cNvSpPr/>
          <p:nvPr/>
        </p:nvSpPr>
        <p:spPr>
          <a:xfrm>
            <a:off x="1771650" y="4529851"/>
            <a:ext cx="1709969" cy="262921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1771650" y="4529851"/>
            <a:ext cx="532648" cy="262921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8" name="Text 25"/>
          <p:cNvSpPr/>
          <p:nvPr/>
        </p:nvSpPr>
        <p:spPr>
          <a:xfrm>
            <a:off x="1928440" y="4570824"/>
            <a:ext cx="219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spc="-57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4%</a:t>
            </a:r>
            <a:endParaRPr lang="en-US" sz="1140" dirty="0"/>
          </a:p>
        </p:txBody>
      </p:sp>
      <p:sp>
        <p:nvSpPr>
          <p:cNvPr id="29" name="Text 26"/>
          <p:cNvSpPr/>
          <p:nvPr/>
        </p:nvSpPr>
        <p:spPr>
          <a:xfrm>
            <a:off x="2386245" y="4585111"/>
            <a:ext cx="1095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Manager</a:t>
            </a:r>
            <a:endParaRPr lang="en-US" sz="855" dirty="0"/>
          </a:p>
        </p:txBody>
      </p:sp>
      <p:sp>
        <p:nvSpPr>
          <p:cNvPr id="30" name="Text 27"/>
          <p:cNvSpPr/>
          <p:nvPr/>
        </p:nvSpPr>
        <p:spPr>
          <a:xfrm>
            <a:off x="4862513" y="2095500"/>
            <a:ext cx="881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710" b="1" spc="-85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1710" dirty="0"/>
          </a:p>
        </p:txBody>
      </p:sp>
      <p:sp>
        <p:nvSpPr>
          <p:cNvPr id="31" name="Shape 28"/>
          <p:cNvSpPr/>
          <p:nvPr/>
        </p:nvSpPr>
        <p:spPr>
          <a:xfrm>
            <a:off x="4862513" y="2457450"/>
            <a:ext cx="3228975" cy="2333625"/>
          </a:xfrm>
          <a:prstGeom prst="roundRect">
            <a:avLst/>
          </a:prstGeom>
          <a:solidFill>
            <a:srgbClr val="F1F1F1"/>
          </a:solidFill>
          <a:ln/>
        </p:spPr>
      </p:sp>
      <p:sp>
        <p:nvSpPr>
          <p:cNvPr id="32" name="Shape 29"/>
          <p:cNvSpPr/>
          <p:nvPr/>
        </p:nvSpPr>
        <p:spPr>
          <a:xfrm>
            <a:off x="6924675" y="2638425"/>
            <a:ext cx="1976438" cy="1976438"/>
          </a:xfrm>
          <a:prstGeom prst="ellipse">
            <a:avLst/>
          </a:prstGeom>
          <a:solidFill>
            <a:srgbClr val="7CAFDD"/>
          </a:solidFill>
          <a:ln/>
        </p:spPr>
      </p:sp>
      <p:sp>
        <p:nvSpPr>
          <p:cNvPr id="33" name="Shape 30"/>
          <p:cNvSpPr/>
          <p:nvPr/>
        </p:nvSpPr>
        <p:spPr>
          <a:xfrm>
            <a:off x="6924675" y="2638425"/>
            <a:ext cx="1976438" cy="1976438"/>
          </a:xfrm>
          <a:prstGeom prst="ellipse">
            <a:avLst/>
          </a:prstGeom>
          <a:solidFill>
            <a:srgbClr val="8CC168"/>
          </a:solidFill>
          <a:ln/>
        </p:spPr>
      </p:sp>
      <p:sp>
        <p:nvSpPr>
          <p:cNvPr id="34" name="Shape 31"/>
          <p:cNvSpPr/>
          <p:nvPr/>
        </p:nvSpPr>
        <p:spPr>
          <a:xfrm>
            <a:off x="6924675" y="2638425"/>
            <a:ext cx="1976438" cy="1976438"/>
          </a:xfrm>
          <a:prstGeom prst="ellipse">
            <a:avLst/>
          </a:prstGeom>
          <a:solidFill>
            <a:srgbClr val="997300"/>
          </a:solidFill>
          <a:ln/>
        </p:spPr>
      </p:sp>
      <p:sp>
        <p:nvSpPr>
          <p:cNvPr id="35" name="Shape 32"/>
          <p:cNvSpPr/>
          <p:nvPr/>
        </p:nvSpPr>
        <p:spPr>
          <a:xfrm>
            <a:off x="6924675" y="2638425"/>
            <a:ext cx="1976438" cy="1976438"/>
          </a:xfrm>
          <a:prstGeom prst="ellipse">
            <a:avLst/>
          </a:prstGeom>
          <a:solidFill>
            <a:srgbClr val="255E91"/>
          </a:solidFill>
          <a:ln/>
        </p:spPr>
      </p:sp>
      <p:sp>
        <p:nvSpPr>
          <p:cNvPr id="36" name="Shape 33"/>
          <p:cNvSpPr/>
          <p:nvPr/>
        </p:nvSpPr>
        <p:spPr>
          <a:xfrm>
            <a:off x="6924675" y="2638425"/>
            <a:ext cx="1976438" cy="1976438"/>
          </a:xfrm>
          <a:prstGeom prst="ellipse">
            <a:avLst/>
          </a:prstGeom>
          <a:solidFill>
            <a:srgbClr val="43682B"/>
          </a:solidFill>
          <a:ln/>
        </p:spPr>
      </p:sp>
      <p:sp>
        <p:nvSpPr>
          <p:cNvPr id="37" name="Shape 34"/>
          <p:cNvSpPr/>
          <p:nvPr/>
        </p:nvSpPr>
        <p:spPr>
          <a:xfrm>
            <a:off x="6924675" y="2638425"/>
            <a:ext cx="1976438" cy="1976438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38" name="Shape 35"/>
          <p:cNvSpPr/>
          <p:nvPr/>
        </p:nvSpPr>
        <p:spPr>
          <a:xfrm>
            <a:off x="6924675" y="2638425"/>
            <a:ext cx="1976438" cy="197643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39" name="Shape 36"/>
          <p:cNvSpPr/>
          <p:nvPr/>
        </p:nvSpPr>
        <p:spPr>
          <a:xfrm>
            <a:off x="6924675" y="2638425"/>
            <a:ext cx="1976438" cy="1976438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40" name="Shape 37"/>
          <p:cNvSpPr/>
          <p:nvPr/>
        </p:nvSpPr>
        <p:spPr>
          <a:xfrm>
            <a:off x="4895850" y="2490788"/>
            <a:ext cx="1990725" cy="2300288"/>
          </a:xfrm>
          <a:prstGeom prst="rect">
            <a:avLst/>
          </a:prstGeom>
          <a:noFill/>
          <a:ln/>
        </p:spPr>
      </p:sp>
      <p:sp>
        <p:nvSpPr>
          <p:cNvPr id="41" name="Shape 38"/>
          <p:cNvSpPr/>
          <p:nvPr/>
        </p:nvSpPr>
        <p:spPr>
          <a:xfrm>
            <a:off x="4991100" y="2586038"/>
            <a:ext cx="1800225" cy="152400"/>
          </a:xfrm>
          <a:prstGeom prst="rect">
            <a:avLst/>
          </a:prstGeom>
          <a:noFill/>
          <a:ln/>
        </p:spPr>
      </p:sp>
      <p:sp>
        <p:nvSpPr>
          <p:cNvPr id="42" name="Shape 39"/>
          <p:cNvSpPr/>
          <p:nvPr/>
        </p:nvSpPr>
        <p:spPr>
          <a:xfrm>
            <a:off x="4991100" y="2614613"/>
            <a:ext cx="95250" cy="9525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43" name="Text 40"/>
          <p:cNvSpPr/>
          <p:nvPr/>
        </p:nvSpPr>
        <p:spPr>
          <a:xfrm>
            <a:off x="5133975" y="2586038"/>
            <a:ext cx="14144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66696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29.8% Central &amp; South Asia</a:t>
            </a:r>
            <a:endParaRPr lang="en-US" sz="855" dirty="0"/>
          </a:p>
        </p:txBody>
      </p:sp>
      <p:sp>
        <p:nvSpPr>
          <p:cNvPr id="44" name="Shape 41"/>
          <p:cNvSpPr/>
          <p:nvPr/>
        </p:nvSpPr>
        <p:spPr>
          <a:xfrm>
            <a:off x="4991100" y="2865664"/>
            <a:ext cx="1800225" cy="152400"/>
          </a:xfrm>
          <a:prstGeom prst="rect">
            <a:avLst/>
          </a:prstGeom>
          <a:noFill/>
          <a:ln/>
        </p:spPr>
      </p:sp>
      <p:sp>
        <p:nvSpPr>
          <p:cNvPr id="45" name="Shape 42"/>
          <p:cNvSpPr/>
          <p:nvPr/>
        </p:nvSpPr>
        <p:spPr>
          <a:xfrm>
            <a:off x="4991100" y="2894239"/>
            <a:ext cx="95250" cy="9525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46" name="Text 43"/>
          <p:cNvSpPr/>
          <p:nvPr/>
        </p:nvSpPr>
        <p:spPr>
          <a:xfrm>
            <a:off x="5133975" y="2865664"/>
            <a:ext cx="1095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66696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27.4% North America</a:t>
            </a:r>
            <a:endParaRPr lang="en-US" sz="855" dirty="0"/>
          </a:p>
        </p:txBody>
      </p:sp>
      <p:sp>
        <p:nvSpPr>
          <p:cNvPr id="47" name="Shape 44"/>
          <p:cNvSpPr/>
          <p:nvPr/>
        </p:nvSpPr>
        <p:spPr>
          <a:xfrm>
            <a:off x="4991100" y="3145291"/>
            <a:ext cx="1800225" cy="152400"/>
          </a:xfrm>
          <a:prstGeom prst="rect">
            <a:avLst/>
          </a:prstGeom>
          <a:noFill/>
          <a:ln/>
        </p:spPr>
      </p:sp>
      <p:sp>
        <p:nvSpPr>
          <p:cNvPr id="48" name="Shape 45"/>
          <p:cNvSpPr/>
          <p:nvPr/>
        </p:nvSpPr>
        <p:spPr>
          <a:xfrm>
            <a:off x="4991100" y="3173866"/>
            <a:ext cx="95250" cy="95250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49" name="Text 46"/>
          <p:cNvSpPr/>
          <p:nvPr/>
        </p:nvSpPr>
        <p:spPr>
          <a:xfrm>
            <a:off x="5133975" y="3145291"/>
            <a:ext cx="7191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66696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25.5% Europe</a:t>
            </a:r>
            <a:endParaRPr lang="en-US" sz="855" dirty="0"/>
          </a:p>
        </p:txBody>
      </p:sp>
      <p:sp>
        <p:nvSpPr>
          <p:cNvPr id="50" name="Shape 47"/>
          <p:cNvSpPr/>
          <p:nvPr/>
        </p:nvSpPr>
        <p:spPr>
          <a:xfrm>
            <a:off x="4991100" y="3424918"/>
            <a:ext cx="1800225" cy="152400"/>
          </a:xfrm>
          <a:prstGeom prst="rect">
            <a:avLst/>
          </a:prstGeom>
          <a:noFill/>
          <a:ln/>
        </p:spPr>
      </p:sp>
      <p:sp>
        <p:nvSpPr>
          <p:cNvPr id="51" name="Shape 48"/>
          <p:cNvSpPr/>
          <p:nvPr/>
        </p:nvSpPr>
        <p:spPr>
          <a:xfrm>
            <a:off x="4991100" y="3453493"/>
            <a:ext cx="95250" cy="95250"/>
          </a:xfrm>
          <a:prstGeom prst="ellipse">
            <a:avLst/>
          </a:prstGeom>
          <a:solidFill>
            <a:srgbClr val="43682B"/>
          </a:solidFill>
          <a:ln/>
        </p:spPr>
      </p:sp>
      <p:sp>
        <p:nvSpPr>
          <p:cNvPr id="52" name="Text 49"/>
          <p:cNvSpPr/>
          <p:nvPr/>
        </p:nvSpPr>
        <p:spPr>
          <a:xfrm>
            <a:off x="5133975" y="3424918"/>
            <a:ext cx="14144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66696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 East &amp; Southeast Asia</a:t>
            </a:r>
            <a:endParaRPr lang="en-US" sz="855" dirty="0"/>
          </a:p>
        </p:txBody>
      </p:sp>
      <p:sp>
        <p:nvSpPr>
          <p:cNvPr id="53" name="Shape 50"/>
          <p:cNvSpPr/>
          <p:nvPr/>
        </p:nvSpPr>
        <p:spPr>
          <a:xfrm>
            <a:off x="4991100" y="3704545"/>
            <a:ext cx="1800225" cy="152400"/>
          </a:xfrm>
          <a:prstGeom prst="rect">
            <a:avLst/>
          </a:prstGeom>
          <a:noFill/>
          <a:ln/>
        </p:spPr>
      </p:sp>
      <p:sp>
        <p:nvSpPr>
          <p:cNvPr id="54" name="Shape 51"/>
          <p:cNvSpPr/>
          <p:nvPr/>
        </p:nvSpPr>
        <p:spPr>
          <a:xfrm>
            <a:off x="4991100" y="3733120"/>
            <a:ext cx="95250" cy="95250"/>
          </a:xfrm>
          <a:prstGeom prst="ellipse">
            <a:avLst/>
          </a:prstGeom>
          <a:solidFill>
            <a:srgbClr val="255E91"/>
          </a:solidFill>
          <a:ln/>
        </p:spPr>
      </p:sp>
      <p:sp>
        <p:nvSpPr>
          <p:cNvPr id="55" name="Text 52"/>
          <p:cNvSpPr/>
          <p:nvPr/>
        </p:nvSpPr>
        <p:spPr>
          <a:xfrm>
            <a:off x="5133975" y="3704545"/>
            <a:ext cx="12715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66696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 Latam &amp; Caribbean</a:t>
            </a:r>
            <a:endParaRPr lang="en-US" sz="855" dirty="0"/>
          </a:p>
        </p:txBody>
      </p:sp>
      <p:sp>
        <p:nvSpPr>
          <p:cNvPr id="56" name="Shape 53"/>
          <p:cNvSpPr/>
          <p:nvPr/>
        </p:nvSpPr>
        <p:spPr>
          <a:xfrm>
            <a:off x="4991100" y="3984171"/>
            <a:ext cx="1800225" cy="152400"/>
          </a:xfrm>
          <a:prstGeom prst="rect">
            <a:avLst/>
          </a:prstGeom>
          <a:noFill/>
          <a:ln/>
        </p:spPr>
      </p:sp>
      <p:sp>
        <p:nvSpPr>
          <p:cNvPr id="57" name="Shape 54"/>
          <p:cNvSpPr/>
          <p:nvPr/>
        </p:nvSpPr>
        <p:spPr>
          <a:xfrm>
            <a:off x="4991100" y="4012746"/>
            <a:ext cx="95250" cy="95250"/>
          </a:xfrm>
          <a:prstGeom prst="ellipse">
            <a:avLst/>
          </a:prstGeom>
          <a:solidFill>
            <a:srgbClr val="997300"/>
          </a:solidFill>
          <a:ln/>
        </p:spPr>
      </p:sp>
      <p:sp>
        <p:nvSpPr>
          <p:cNvPr id="58" name="Text 55"/>
          <p:cNvSpPr/>
          <p:nvPr/>
        </p:nvSpPr>
        <p:spPr>
          <a:xfrm>
            <a:off x="5133975" y="3984171"/>
            <a:ext cx="1657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66696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3.8% Middle East &amp; North Africa</a:t>
            </a:r>
            <a:endParaRPr lang="en-US" sz="855" dirty="0"/>
          </a:p>
        </p:txBody>
      </p:sp>
      <p:sp>
        <p:nvSpPr>
          <p:cNvPr id="59" name="Shape 56"/>
          <p:cNvSpPr/>
          <p:nvPr/>
        </p:nvSpPr>
        <p:spPr>
          <a:xfrm>
            <a:off x="4991100" y="4263798"/>
            <a:ext cx="1800225" cy="152400"/>
          </a:xfrm>
          <a:prstGeom prst="rect">
            <a:avLst/>
          </a:prstGeom>
          <a:noFill/>
          <a:ln/>
        </p:spPr>
      </p:sp>
      <p:sp>
        <p:nvSpPr>
          <p:cNvPr id="60" name="Shape 57"/>
          <p:cNvSpPr/>
          <p:nvPr/>
        </p:nvSpPr>
        <p:spPr>
          <a:xfrm>
            <a:off x="4991100" y="4292373"/>
            <a:ext cx="95250" cy="95250"/>
          </a:xfrm>
          <a:prstGeom prst="ellipse">
            <a:avLst/>
          </a:prstGeom>
          <a:solidFill>
            <a:srgbClr val="8CC168"/>
          </a:solidFill>
          <a:ln/>
        </p:spPr>
      </p:sp>
      <p:sp>
        <p:nvSpPr>
          <p:cNvPr id="61" name="Text 58"/>
          <p:cNvSpPr/>
          <p:nvPr/>
        </p:nvSpPr>
        <p:spPr>
          <a:xfrm>
            <a:off x="5133975" y="4263798"/>
            <a:ext cx="685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66696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2.6% Oceana</a:t>
            </a:r>
            <a:endParaRPr lang="en-US" sz="855" dirty="0"/>
          </a:p>
        </p:txBody>
      </p:sp>
      <p:sp>
        <p:nvSpPr>
          <p:cNvPr id="62" name="Shape 59"/>
          <p:cNvSpPr/>
          <p:nvPr/>
        </p:nvSpPr>
        <p:spPr>
          <a:xfrm>
            <a:off x="4991100" y="4543425"/>
            <a:ext cx="1800225" cy="152400"/>
          </a:xfrm>
          <a:prstGeom prst="rect">
            <a:avLst/>
          </a:prstGeom>
          <a:noFill/>
          <a:ln/>
        </p:spPr>
      </p:sp>
      <p:sp>
        <p:nvSpPr>
          <p:cNvPr id="63" name="Shape 60"/>
          <p:cNvSpPr/>
          <p:nvPr/>
        </p:nvSpPr>
        <p:spPr>
          <a:xfrm>
            <a:off x="4991100" y="4572000"/>
            <a:ext cx="95250" cy="95250"/>
          </a:xfrm>
          <a:prstGeom prst="ellipse">
            <a:avLst/>
          </a:prstGeom>
          <a:solidFill>
            <a:srgbClr val="7CAFDD"/>
          </a:solidFill>
          <a:ln/>
        </p:spPr>
      </p:sp>
      <p:sp>
        <p:nvSpPr>
          <p:cNvPr id="64" name="Text 61"/>
          <p:cNvSpPr/>
          <p:nvPr/>
        </p:nvSpPr>
        <p:spPr>
          <a:xfrm>
            <a:off x="5133975" y="4543425"/>
            <a:ext cx="9477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66696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 Sub-Saharan</a:t>
            </a:r>
            <a:endParaRPr lang="en-US" sz="855" dirty="0"/>
          </a:p>
        </p:txBody>
      </p:sp>
      <p:sp>
        <p:nvSpPr>
          <p:cNvPr id="65" name="Text 62"/>
          <p:cNvSpPr/>
          <p:nvPr/>
        </p:nvSpPr>
        <p:spPr>
          <a:xfrm>
            <a:off x="2438400" y="1928813"/>
            <a:ext cx="3095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EMEA</a:t>
            </a:r>
            <a:endParaRPr lang="en-US" sz="855" dirty="0"/>
          </a:p>
        </p:txBody>
      </p:sp>
      <p:sp>
        <p:nvSpPr>
          <p:cNvPr id="66" name="Text 63"/>
          <p:cNvSpPr/>
          <p:nvPr/>
        </p:nvSpPr>
        <p:spPr>
          <a:xfrm>
            <a:off x="4119562" y="1809750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</a:t>
            </a:r>
            <a:endParaRPr lang="en-US" sz="855" dirty="0"/>
          </a:p>
        </p:txBody>
      </p:sp>
      <p:sp>
        <p:nvSpPr>
          <p:cNvPr id="67" name="Text 64"/>
          <p:cNvSpPr/>
          <p:nvPr/>
        </p:nvSpPr>
        <p:spPr>
          <a:xfrm>
            <a:off x="2014538" y="2800350"/>
            <a:ext cx="7572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17" kern="0" dirty="0">
                <a:solidFill>
                  <a:srgbClr val="F5FCF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America</a:t>
            </a:r>
            <a:endParaRPr lang="en-US" sz="855" dirty="0"/>
          </a:p>
        </p:txBody>
      </p:sp>
      <p:sp>
        <p:nvSpPr>
          <p:cNvPr id="68" name="Shape 65"/>
          <p:cNvSpPr/>
          <p:nvPr/>
        </p:nvSpPr>
        <p:spPr>
          <a:xfrm>
            <a:off x="2743200" y="1743075"/>
            <a:ext cx="1476375" cy="1476375"/>
          </a:xfrm>
          <a:prstGeom prst="ellipse">
            <a:avLst/>
          </a:prstGeom>
          <a:solidFill>
            <a:srgbClr val="648741"/>
          </a:solidFill>
          <a:ln/>
        </p:spPr>
      </p:sp>
      <p:sp>
        <p:nvSpPr>
          <p:cNvPr id="69" name="Shape 66"/>
          <p:cNvSpPr/>
          <p:nvPr/>
        </p:nvSpPr>
        <p:spPr>
          <a:xfrm>
            <a:off x="2743200" y="1743075"/>
            <a:ext cx="1476375" cy="1476375"/>
          </a:xfrm>
          <a:prstGeom prst="ellipse">
            <a:avLst/>
          </a:prstGeom>
          <a:solidFill>
            <a:srgbClr val="B1E882"/>
          </a:solidFill>
          <a:ln/>
        </p:spPr>
      </p:sp>
      <p:sp>
        <p:nvSpPr>
          <p:cNvPr id="70" name="Shape 67"/>
          <p:cNvSpPr/>
          <p:nvPr/>
        </p:nvSpPr>
        <p:spPr>
          <a:xfrm>
            <a:off x="2743200" y="1743075"/>
            <a:ext cx="1476375" cy="1476375"/>
          </a:xfrm>
          <a:prstGeom prst="ellipse">
            <a:avLst/>
          </a:prstGeom>
          <a:solidFill>
            <a:srgbClr val="326B00"/>
          </a:solidFill>
          <a:ln/>
        </p:spPr>
      </p:sp>
      <p:sp>
        <p:nvSpPr>
          <p:cNvPr id="71" name="Text 68"/>
          <p:cNvSpPr/>
          <p:nvPr/>
        </p:nvSpPr>
        <p:spPr>
          <a:xfrm>
            <a:off x="3076575" y="2695575"/>
            <a:ext cx="461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710" b="1" spc="-85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32%</a:t>
            </a:r>
            <a:endParaRPr lang="en-US" sz="1710" dirty="0"/>
          </a:p>
        </p:txBody>
      </p:sp>
      <p:sp>
        <p:nvSpPr>
          <p:cNvPr id="72" name="Text 69"/>
          <p:cNvSpPr/>
          <p:nvPr/>
        </p:nvSpPr>
        <p:spPr>
          <a:xfrm>
            <a:off x="3643313" y="2228850"/>
            <a:ext cx="433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710" b="1" spc="-8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41%</a:t>
            </a:r>
            <a:endParaRPr lang="en-US" sz="1710" dirty="0"/>
          </a:p>
        </p:txBody>
      </p:sp>
      <p:sp>
        <p:nvSpPr>
          <p:cNvPr id="73" name="Text 70"/>
          <p:cNvSpPr/>
          <p:nvPr/>
        </p:nvSpPr>
        <p:spPr>
          <a:xfrm>
            <a:off x="2928938" y="2100263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710" b="1" spc="-8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</a:t>
            </a:r>
            <a:endParaRPr lang="en-US" sz="17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8275" y="4010025"/>
            <a:ext cx="2262188" cy="754297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1438275" y="4010025"/>
            <a:ext cx="1862138" cy="457200"/>
          </a:xfrm>
          <a:prstGeom prst="roundRect">
            <a:avLst>
              <a:gd name="adj" fmla="val 11747"/>
            </a:avLst>
          </a:prstGeom>
          <a:solidFill>
            <a:srgbClr val="101110"/>
          </a:solidFill>
          <a:ln/>
        </p:spPr>
      </p:sp>
      <p:sp>
        <p:nvSpPr>
          <p:cNvPr id="4" name="Text 2"/>
          <p:cNvSpPr/>
          <p:nvPr/>
        </p:nvSpPr>
        <p:spPr>
          <a:xfrm>
            <a:off x="1552575" y="4124325"/>
            <a:ext cx="16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710" b="1" spc="-8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Name</a:t>
            </a:r>
            <a:endParaRPr lang="en-US" sz="1710" dirty="0"/>
          </a:p>
        </p:txBody>
      </p:sp>
      <p:sp>
        <p:nvSpPr>
          <p:cNvPr id="5" name="Shape 3"/>
          <p:cNvSpPr/>
          <p:nvPr/>
        </p:nvSpPr>
        <p:spPr>
          <a:xfrm>
            <a:off x="1438275" y="4483334"/>
            <a:ext cx="2262188" cy="280988"/>
          </a:xfrm>
          <a:prstGeom prst="roundRect">
            <a:avLst>
              <a:gd name="adj" fmla="val 19114"/>
            </a:avLst>
          </a:prstGeom>
          <a:solidFill>
            <a:srgbClr val="B1E882"/>
          </a:solidFill>
          <a:ln/>
        </p:spPr>
      </p:sp>
      <p:sp>
        <p:nvSpPr>
          <p:cNvPr id="6" name="Text 4"/>
          <p:cNvSpPr/>
          <p:nvPr/>
        </p:nvSpPr>
        <p:spPr>
          <a:xfrm>
            <a:off x="1514475" y="4521434"/>
            <a:ext cx="210978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5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Role or Company.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295275" y="2162175"/>
            <a:ext cx="4291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17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Until Next Session! 👋🏻</a:t>
            </a:r>
            <a:endParaRPr lang="en-US" sz="3420" dirty="0"/>
          </a:p>
        </p:txBody>
      </p:sp>
      <p:sp>
        <p:nvSpPr>
          <p:cNvPr id="8" name="Text 6"/>
          <p:cNvSpPr/>
          <p:nvPr/>
        </p:nvSpPr>
        <p:spPr>
          <a:xfrm>
            <a:off x="295275" y="2771775"/>
            <a:ext cx="408622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51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session will be held on April 12th 2026 11am PST.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295275" y="295275"/>
            <a:ext cx="2544720" cy="352425"/>
          </a:xfrm>
          <a:prstGeom prst="rect">
            <a:avLst/>
          </a:prstGeom>
          <a:noFill/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5275" y="295275"/>
            <a:ext cx="352425" cy="35242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2000" y="395288"/>
            <a:ext cx="2079557" cy="253831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19600" y="2786063"/>
            <a:ext cx="152400" cy="15240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5275" y="3652838"/>
            <a:ext cx="1109663" cy="1109663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515100" y="4576763"/>
            <a:ext cx="2409825" cy="209550"/>
          </a:xfrm>
          <a:prstGeom prst="rect">
            <a:avLst/>
          </a:prstGeom>
          <a:noFill/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15100" y="4576763"/>
            <a:ext cx="209550" cy="2095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00850" y="4626769"/>
            <a:ext cx="212407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140" spc="-57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Support@academy.genai.works</a:t>
            </a:r>
            <a:endParaRPr lang="en-US" sz="1140" dirty="0"/>
          </a:p>
        </p:txBody>
      </p:sp>
      <p:sp>
        <p:nvSpPr>
          <p:cNvPr id="17" name="Shape 10"/>
          <p:cNvSpPr/>
          <p:nvPr/>
        </p:nvSpPr>
        <p:spPr>
          <a:xfrm>
            <a:off x="6515100" y="4257675"/>
            <a:ext cx="1143000" cy="209550"/>
          </a:xfrm>
          <a:prstGeom prst="rect">
            <a:avLst/>
          </a:prstGeom>
          <a:noFill/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15100" y="4257675"/>
            <a:ext cx="209550" cy="2095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00850" y="4307681"/>
            <a:ext cx="857250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140" spc="-57" kern="0" dirty="0">
                <a:solidFill>
                  <a:srgbClr val="10111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Link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2026-06-26T16:05:10Z</dcterms:created>
  <dcterms:modified xsi:type="dcterms:W3CDTF">2026-06-26T16:05:10Z</dcterms:modified>
</cp:coreProperties>
</file>